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PREMISSAS DISTRIBUÍDAS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YOURLS Cluster · Nginx · Redis · MySQL · Docker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C2333"/>
          </a:solidFill>
          <a:ln w="19050">
            <a:solidFill>
              <a:srgbClr val="00D4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Usuário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257300"/>
            <a:ext cx="457200" cy="0"/>
          </a:xfrm>
          <a:prstGeom prst="line">
            <a:avLst/>
          </a:prstGeom>
          <a:noFill/>
          <a:ln w="25400">
            <a:solidFill>
              <a:srgbClr val="00D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207008"/>
            <a:ext cx="73152" cy="100584"/>
          </a:xfrm>
          <a:prstGeom prst="roundRect">
            <a:avLst>
              <a:gd name="adj" fmla="val 12500"/>
            </a:avLst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9144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E3A5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914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618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endpoint público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257300"/>
            <a:ext cx="502920" cy="-2971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3474720" y="1257300"/>
            <a:ext cx="502920" cy="1143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3474720" y="1257300"/>
            <a:ext cx="502920" cy="5257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3977640" y="758952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1C2333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75895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YOURLS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1170432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1C2333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11704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YOURLS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581912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1C2333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77640" y="15819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YOURLS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960120"/>
            <a:ext cx="0" cy="1225296"/>
          </a:xfrm>
          <a:prstGeom prst="line">
            <a:avLst/>
          </a:prstGeom>
          <a:noFill/>
          <a:ln w="15240">
            <a:solidFill>
              <a:srgbClr val="8B949E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5212080" y="960120"/>
            <a:ext cx="411480" cy="0"/>
          </a:xfrm>
          <a:prstGeom prst="line">
            <a:avLst/>
          </a:prstGeom>
          <a:noFill/>
          <a:ln w="19050">
            <a:solidFill>
              <a:srgbClr val="F78166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5212080" y="2185416"/>
            <a:ext cx="411480" cy="0"/>
          </a:xfrm>
          <a:prstGeom prst="line">
            <a:avLst/>
          </a:prstGeom>
          <a:noFill/>
          <a:ln w="19050">
            <a:solidFill>
              <a:srgbClr val="00D4B8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5623560" y="713232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2D1F0E"/>
          </a:solidFill>
          <a:ln w="1905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7132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+ Cache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3560" y="192024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E2D1F"/>
          </a:solidFill>
          <a:ln w="19050">
            <a:solidFill>
              <a:srgbClr val="00D4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9202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Compartilhado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78040" y="868680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51192" y="89611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Transparência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acessa apenas o endpoint público, sem conhecer as réplicas.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78040" y="1527048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51192" y="1554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Escalabilidade Horizontal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réplicas YOURLS podem ser adicionadas ao cluster.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78040" y="2185416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51192" y="221284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Tolerância a Falhas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passivo: Nginx redireciona se uma réplica cair.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78040" y="2843784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51192" y="287121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Concorrência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atendidas em paralelo; MySQL e Redis gerenciam conflitos.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78040" y="3502152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51192" y="3529584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Compartilhamento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 MySQL compartilhados por todas as réplicas.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4160520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51192" y="418795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Abertura</a:t>
            </a:r>
            <a:endParaRPr lang="en-US" sz="95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padrão, containers e componentes OpenSource.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658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ATENDIDAS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8229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ARQUITETURA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orquestra os serviços localmente e em nuvem · Todas as réplicas compartilham o mesmo Redis e MySQL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 INFRAESTRUTURA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· Always Free Tier · Coolify PaaS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Zero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 Tier da Oracle Cloud: instância ARM Ampere, sem expiração e sem cobrança por uso básico.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1343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Nativo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Linux com Docker + Compose permite replicar o ambiente local em nuvem com um único comando.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54787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IP Público + Domínio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gerencia certificados TLS, proxy reverso e expõe o endpoint público automaticamente.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EM NUVEM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47472" cy="34747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acessa o IP / domínio público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37176" y="1536192"/>
            <a:ext cx="0" cy="310896"/>
          </a:xfrm>
          <a:prstGeom prst="line">
            <a:avLst/>
          </a:prstGeom>
          <a:noFill/>
          <a:ln w="15240">
            <a:solidFill>
              <a:srgbClr val="8B949E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4663440" y="1847088"/>
            <a:ext cx="347472" cy="34747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1847088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847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recebe e distribui a requisição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37176" y="2194560"/>
            <a:ext cx="0" cy="310896"/>
          </a:xfrm>
          <a:prstGeom prst="line">
            <a:avLst/>
          </a:prstGeom>
          <a:noFill/>
          <a:ln w="15240">
            <a:solidFill>
              <a:srgbClr val="8B949E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4663440" y="2505456"/>
            <a:ext cx="347472" cy="3474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505456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505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YOURLS processa a resposta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37176" y="2852928"/>
            <a:ext cx="0" cy="310896"/>
          </a:xfrm>
          <a:prstGeom prst="line">
            <a:avLst/>
          </a:prstGeom>
          <a:noFill/>
          <a:ln w="15240">
            <a:solidFill>
              <a:srgbClr val="8B949E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4663440" y="3163824"/>
            <a:ext cx="347472" cy="347472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3163824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163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serve sessão + cache distribuído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37176" y="3511296"/>
            <a:ext cx="0" cy="310896"/>
          </a:xfrm>
          <a:prstGeom prst="line">
            <a:avLst/>
          </a:prstGeom>
          <a:noFill/>
          <a:ln w="15240">
            <a:solidFill>
              <a:srgbClr val="8B949E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4663440" y="3822192"/>
            <a:ext cx="347472" cy="34747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3822192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persiste links e estatísticas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0E2D1F"/>
          </a:solidFill>
          <a:ln w="19050">
            <a:solidFill>
              <a:srgbClr val="00D4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 público: </a:t>
            </a:r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http://SEU-IP-PUBLICO/admin/  ·  /health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 DEMONSTRAÇÃO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· Balanceamento · Cache Distribuído · OpenSource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75488" cy="475488"/>
          </a:xfrm>
          <a:prstGeom prst="ellipse">
            <a:avLst/>
          </a:prstGeom>
          <a:solidFill>
            <a:srgbClr val="1C2333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⚡</a:t>
            </a:r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Baixa Latência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reduz consultas diretas ao MySQL, acelerando cada redirecionamento.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9272" y="960120"/>
            <a:ext cx="475488" cy="475488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987552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🛡️</a:t>
            </a:r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Alta Disponibilidade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permanece ativo mesmo com falha de instâncias individuais do YOURLS.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2784" y="960120"/>
            <a:ext cx="475488" cy="475488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1344" y="96012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18504" y="987552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💸</a:t>
            </a:r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 Zero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OpenSource sobre recursos gratuitos de nuvem pública (OCI Free Tier).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23774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DEMONSTRAÇÃO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07208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07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2752344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status do balanceador e containers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697480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07208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072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9512" y="2752344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/admin/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PHP registrada no Redis e distribuída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355848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65576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655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3410712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link curto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gravada no MySQL, disponível para todas réplicas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355848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65576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4655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9512" y="3410712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link curto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no Redis acelera o redirecionamento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014216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123944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23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" y="4069080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uma réplica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continua operando via failover passivo no Nginx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4014216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1C2333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4123944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D2520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23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9512" y="4069080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do Nginx  </a:t>
            </a:r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Evidenciar distribuição de carga entre réplicas distintas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92420"/>
          </a:solidFill>
          <a:ln w="15240">
            <a:solidFill>
              <a:srgbClr val="00D4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solução demonstra como uma aplicação web tradicional pode ser organizada como um sistema distribuído resiliente, escalável e publicado em nuvem."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2026-06-10T16:43:44Z</dcterms:created>
  <dcterms:modified xsi:type="dcterms:W3CDTF">2026-06-10T16:43:44Z</dcterms:modified>
</cp:coreProperties>
</file>